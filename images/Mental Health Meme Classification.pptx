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ed407d62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ed407d6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ed407d62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ed407d62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ed407d62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ed407d62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ed407d62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ed407d6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ed407d62d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ed407d6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HyCore-M3Net</a:t>
            </a:r>
            <a:r>
              <a:rPr lang="en-US">
                <a:solidFill>
                  <a:schemeClr val="dk1"/>
                </a:solidFill>
              </a:rPr>
              <a:t> is a </a:t>
            </a:r>
            <a:r>
              <a:rPr b="1" lang="en-US">
                <a:solidFill>
                  <a:schemeClr val="dk1"/>
                </a:solidFill>
              </a:rPr>
              <a:t>hybrid multimodal</a:t>
            </a:r>
            <a:r>
              <a:rPr lang="en-US">
                <a:solidFill>
                  <a:schemeClr val="dk1"/>
                </a:solidFill>
              </a:rPr>
              <a:t> model for classifying mental health symptoms in memes. It works by: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Processing Grounded Visuals+OCR:</a:t>
            </a:r>
            <a:r>
              <a:rPr lang="en-US">
                <a:solidFill>
                  <a:schemeClr val="dk1"/>
                </a:solidFill>
              </a:rPr>
              <a:t> Using </a:t>
            </a:r>
            <a:r>
              <a:rPr b="1" lang="en-US">
                <a:solidFill>
                  <a:schemeClr val="dk1"/>
                </a:solidFill>
              </a:rPr>
              <a:t>LXMERT</a:t>
            </a:r>
            <a:r>
              <a:rPr lang="en-US">
                <a:solidFill>
                  <a:schemeClr val="dk1"/>
                </a:solidFill>
              </a:rPr>
              <a:t> to understand the relationship between the meme's </a:t>
            </a:r>
            <a:r>
              <a:rPr b="1" lang="en-US">
                <a:solidFill>
                  <a:schemeClr val="dk1"/>
                </a:solidFill>
              </a:rPr>
              <a:t>visual region features</a:t>
            </a:r>
            <a:r>
              <a:rPr lang="en-US">
                <a:solidFill>
                  <a:schemeClr val="dk1"/>
                </a:solidFill>
              </a:rPr>
              <a:t> (from an object detector) and its </a:t>
            </a:r>
            <a:r>
              <a:rPr b="1" lang="en-US">
                <a:solidFill>
                  <a:schemeClr val="dk1"/>
                </a:solidFill>
              </a:rPr>
              <a:t>OCR text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Processing Contextual Text:</a:t>
            </a:r>
            <a:r>
              <a:rPr lang="en-US">
                <a:solidFill>
                  <a:schemeClr val="dk1"/>
                </a:solidFill>
              </a:rPr>
              <a:t> Using a </a:t>
            </a:r>
            <a:r>
              <a:rPr b="1" lang="en-US">
                <a:solidFill>
                  <a:schemeClr val="dk1"/>
                </a:solidFill>
              </a:rPr>
              <a:t>MentalBART encoder</a:t>
            </a:r>
            <a:r>
              <a:rPr lang="en-US">
                <a:solidFill>
                  <a:schemeClr val="dk1"/>
                </a:solidFill>
              </a:rPr>
              <a:t> to understand the meme's </a:t>
            </a:r>
            <a:r>
              <a:rPr b="1" lang="en-US">
                <a:solidFill>
                  <a:schemeClr val="dk1"/>
                </a:solidFill>
              </a:rPr>
              <a:t>figurative reasoning</a:t>
            </a:r>
            <a:r>
              <a:rPr lang="en-US">
                <a:solidFill>
                  <a:schemeClr val="dk1"/>
                </a:solidFill>
              </a:rPr>
              <a:t> (from Qwen-VL), augmented with </a:t>
            </a:r>
            <a:r>
              <a:rPr b="1" lang="en-US">
                <a:solidFill>
                  <a:schemeClr val="dk1"/>
                </a:solidFill>
              </a:rPr>
              <a:t>retrieved context</a:t>
            </a:r>
            <a:r>
              <a:rPr lang="en-US">
                <a:solidFill>
                  <a:schemeClr val="dk1"/>
                </a:solidFill>
              </a:rPr>
              <a:t> (OCR+Reasoning of similar examples found via </a:t>
            </a:r>
            <a:r>
              <a:rPr b="1" lang="en-US">
                <a:solidFill>
                  <a:schemeClr val="dk1"/>
                </a:solidFill>
              </a:rPr>
              <a:t>RAG</a:t>
            </a:r>
            <a:r>
              <a:rPr lang="en-US">
                <a:solidFill>
                  <a:schemeClr val="dk1"/>
                </a:solidFill>
              </a:rPr>
              <a:t> using a FAISS index built on fused embeddings).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Fusing Representations:</a:t>
            </a:r>
            <a:r>
              <a:rPr lang="en-US">
                <a:solidFill>
                  <a:schemeClr val="dk1"/>
                </a:solidFill>
              </a:rPr>
              <a:t> Combining the outputs from LXMERT and MentalBART using </a:t>
            </a:r>
            <a:r>
              <a:rPr b="1" lang="en-US">
                <a:solidFill>
                  <a:schemeClr val="dk1"/>
                </a:solidFill>
              </a:rPr>
              <a:t>concatenation and an MLP</a:t>
            </a:r>
            <a:r>
              <a:rPr lang="en-US">
                <a:solidFill>
                  <a:schemeClr val="dk1"/>
                </a:solidFill>
              </a:rPr>
              <a:t> layer.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Classifying:</a:t>
            </a:r>
            <a:r>
              <a:rPr lang="en-US">
                <a:solidFill>
                  <a:schemeClr val="dk1"/>
                </a:solidFill>
              </a:rPr>
              <a:t> Feeding the fused representation into a final </a:t>
            </a:r>
            <a:r>
              <a:rPr b="1" lang="en-US">
                <a:solidFill>
                  <a:schemeClr val="dk1"/>
                </a:solidFill>
              </a:rPr>
              <a:t>classification head</a:t>
            </a:r>
            <a:r>
              <a:rPr lang="en-US">
                <a:solidFill>
                  <a:schemeClr val="dk1"/>
                </a:solidFill>
              </a:rPr>
              <a:t> to predict symptom logits (supporting multi-label for depression and single-label for anxiety).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Ensembling:</a:t>
            </a:r>
            <a:r>
              <a:rPr lang="en-US">
                <a:solidFill>
                  <a:schemeClr val="dk1"/>
                </a:solidFill>
              </a:rPr>
              <a:t> Typically training multiple instances and averaging predictions for robustness.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ed407d62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ed407d6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9715500" y="4749800"/>
            <a:ext cx="24765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063671"/>
            <a:ext cx="9753600" cy="1875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486400" y="3240578"/>
            <a:ext cx="5791200" cy="204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  <a:defRPr sz="24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5486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914400" y="3089628"/>
            <a:ext cx="1036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34784"/>
            <a:ext cx="3014164" cy="1658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6000"/>
              <a:buFont typeface="Quattrocento Sans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5263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45127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45127" y="1381181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845127" y="2206880"/>
            <a:ext cx="5156200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172200" y="1381182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172200" y="2206880"/>
            <a:ext cx="5181601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841248" y="457200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3703449" y="-1477140"/>
            <a:ext cx="4798956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7133431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799431" y="-600869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8724900" y="370119"/>
            <a:ext cx="0" cy="5806281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914399" y="1381181"/>
            <a:ext cx="5112328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6244770" y="1381181"/>
            <a:ext cx="5105400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914399" y="1262291"/>
            <a:ext cx="5086928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914399" y="2154891"/>
            <a:ext cx="5086928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6230257" y="1262288"/>
            <a:ext cx="5105400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230257" y="2154891"/>
            <a:ext cx="5105400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3715859" y="-1496477"/>
            <a:ext cx="4767210" cy="10522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jp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hQTHuh19IfPI3fiXr_QRWGRrvPDhmhBP/view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1524000" y="1063671"/>
            <a:ext cx="9753600" cy="1875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Mental Health Meme Classification</a:t>
            </a:r>
            <a:endParaRPr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5486400" y="3240578"/>
            <a:ext cx="5791200" cy="204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/>
              <a:t>GROUP-19, NLP::2025::WinterSemester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845127" y="1381182"/>
            <a:ext cx="10515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Social media has transformed emotional expression, especially among younger users.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Memes have become a unique medium for sharing mental health struggles (e.g., anxiety, depression).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Humorous yet emotionally charged memes reveal insights into the collective online psyche.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Subtle, ambiguous language in memes challenges traditional NLP and computer vision models.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/>
              <a:t>This project explores </a:t>
            </a:r>
            <a:r>
              <a:rPr b="1" lang="en-US" sz="1400"/>
              <a:t>multimodal analysis</a:t>
            </a:r>
            <a:r>
              <a:rPr lang="en-US" sz="1400"/>
              <a:t> (text + image) for classifying mental health symptoms.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/>
              <a:t>Focus: </a:t>
            </a:r>
            <a:r>
              <a:rPr b="1" lang="en-US" sz="1400"/>
              <a:t>Depression</a:t>
            </a:r>
            <a:r>
              <a:rPr lang="en-US" sz="1400"/>
              <a:t> and </a:t>
            </a:r>
            <a:r>
              <a:rPr b="1" lang="en-US" sz="1400"/>
              <a:t>Anxiety</a:t>
            </a:r>
            <a:r>
              <a:rPr lang="en-US" sz="1400"/>
              <a:t> detection through meme-based content.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265975" y="6270900"/>
            <a:ext cx="11506800" cy="58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*Referred From: Abdullah Mazhar, Zuhair hasan shaik, Aseem Srivastava, Polly Ruhnke, Lavanya Vaddavalli, Sri Keshav Katragadda, Shweta Yadav, &amp; Md Shad Akhtar. (2025). Figurative-cum-Commonsense Knowledge Infusion for Multimodal Mental Health Meme Classification.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Project source code, architecture and training methodology has been majorly referred from the above described paper.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Description &amp; Preprocessing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407251" y="1431100"/>
            <a:ext cx="4827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b="1" lang="en-US" sz="1800"/>
              <a:t>Depression (RESTORE):</a:t>
            </a:r>
            <a:r>
              <a:rPr lang="en-US" sz="1800"/>
              <a:t> 8 fine-grained labels from PHQ-9 (e.g., Self-Harm, Lack of Interest, Feeling Down).</a:t>
            </a:r>
            <a:br>
              <a:rPr lang="en-US" sz="1800"/>
            </a:br>
            <a:endParaRPr sz="18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b="1" lang="en-US" sz="1800"/>
              <a:t>Anxiety (AxiOM):</a:t>
            </a:r>
            <a:r>
              <a:rPr lang="en-US" sz="1800"/>
              <a:t> 8 fine-grained labels from GAD (e.g., Nervousness, Excessive Worry, Restlessness).</a:t>
            </a:r>
            <a:br>
              <a:rPr lang="en-US" sz="1800"/>
            </a:br>
            <a:endParaRPr sz="18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n-US" sz="1800"/>
              <a:t>Text extracted from memes using </a:t>
            </a:r>
            <a:r>
              <a:rPr b="1" lang="en-US" sz="1800"/>
              <a:t>EasyOCR</a:t>
            </a:r>
            <a:r>
              <a:rPr lang="en-US" sz="1800"/>
              <a:t>.</a:t>
            </a:r>
            <a:br>
              <a:rPr lang="en-US" sz="1800"/>
            </a:br>
            <a:endParaRPr sz="18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n-US" sz="1800"/>
              <a:t>Structured knowledge (Figurative) extracted using </a:t>
            </a:r>
            <a:r>
              <a:rPr b="1" lang="en-US" sz="1800"/>
              <a:t>Qwen-VL</a:t>
            </a:r>
            <a:r>
              <a:rPr lang="en-US" sz="1800"/>
              <a:t> (Cause-Effect, Figurative Meaning, Mental State) — appended to OCR JSON.</a:t>
            </a:r>
            <a:br>
              <a:rPr lang="en-US" sz="1800"/>
            </a:br>
            <a:endParaRPr sz="18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n-US" sz="1800"/>
              <a:t>Visual features extracted using </a:t>
            </a:r>
            <a:r>
              <a:rPr b="1" lang="en-US" sz="1800"/>
              <a:t>Detectron2</a:t>
            </a:r>
            <a:r>
              <a:rPr lang="en-US" sz="1800"/>
              <a:t> (Region features + OCR text context).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750" y="1961525"/>
            <a:ext cx="7058551" cy="346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45127" y="2599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Knowledge Fusion with Enhanced Visual Features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6263675" y="1350600"/>
            <a:ext cx="5174100" cy="550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b="1" lang="en-US" sz="1400"/>
              <a:t>Triple-Stream Architecture</a:t>
            </a:r>
            <a:r>
              <a:rPr lang="en-US" sz="1400"/>
              <a:t>: Our approach combines visual features, OCR text, and figurative reasoning for holistic analysis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US" sz="1400"/>
              <a:t>Image Feature Extraction</a:t>
            </a:r>
            <a:r>
              <a:rPr lang="en-US" sz="1400"/>
              <a:t>: Using ResNet50 to capture deep visual patterns and contextual elements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US" sz="1400"/>
              <a:t>Text Processing Pipeline</a:t>
            </a:r>
            <a:r>
              <a:rPr lang="en-US" sz="1400"/>
              <a:t>: Extracting text via OCR and processing it through specialized transformers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US" sz="1400"/>
              <a:t>Figurative Reasoning Module</a:t>
            </a:r>
            <a:r>
              <a:rPr lang="en-US" sz="1400"/>
              <a:t>: Analyzing the implicit meanings, metaphors, and emotional context of memes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US" sz="1400"/>
              <a:t>Knowledge Fusion Database</a:t>
            </a:r>
            <a:r>
              <a:rPr lang="en-US" sz="1400"/>
              <a:t>: Centralizing extracted features for comprehensive analysis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US" sz="1400"/>
              <a:t>Multimodal Embeddings</a:t>
            </a:r>
            <a:r>
              <a:rPr lang="en-US" sz="1400"/>
              <a:t>: Creating unified representations with dimension n × 3d for downstream classification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400"/>
              <a:t>Advantages: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Captures both explicit and implicit content in meme imagery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Improves classification accuracy for mental health symptom detection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Enables more nuanced understanding of emotional and psychological context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 sz="1400"/>
              <a:t>Provides explainable results through feature importance visualization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90" name="Google Shape;190;p22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6" y="1234050"/>
            <a:ext cx="6044723" cy="55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845127" y="2599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Outputs (M3H+VisFuse)</a:t>
            </a:r>
            <a:endParaRPr/>
          </a:p>
        </p:txBody>
      </p:sp>
      <p:pic>
        <p:nvPicPr>
          <p:cNvPr id="196" name="Google Shape;196;p23" title="m3h_training_history_multilabel_depression.png"/>
          <p:cNvPicPr preferRelativeResize="0"/>
          <p:nvPr/>
        </p:nvPicPr>
        <p:blipFill rotWithShape="1">
          <a:blip r:embed="rId3">
            <a:alphaModFix/>
          </a:blip>
          <a:srcRect b="0" l="680" r="-679" t="0"/>
          <a:stretch/>
        </p:blipFill>
        <p:spPr>
          <a:xfrm>
            <a:off x="198125" y="1297200"/>
            <a:ext cx="2865125" cy="5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title="m3h_anxiety_training_history_plot_hyperparam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375" y="1238550"/>
            <a:ext cx="2657050" cy="54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165850" y="2095500"/>
            <a:ext cx="358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3" title="Screenshot 2025-04-15 at 23.37.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0913" y="1227525"/>
            <a:ext cx="6177526" cy="2351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5806425" y="3493500"/>
            <a:ext cx="61776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Results: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Anxiety Dataset Performance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Mental-BART + Vision Enhanced Fusion + M3H RAG achieves 0.6512 Macro F1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37% improvement over OCR + BERT baseline (0.4746)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 performance on both macro and weighted metrics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Depression Dataset Performance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Mental-BART + Vision Enhanced Fusion + M3H RAG achieves 0.6597 Weighted F1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Notable improvement over baseline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0.6236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stable performance across different depression symptom categories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 title="Screenshot 2025-04-15 at 23.44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450" y="1234601"/>
            <a:ext cx="6632550" cy="339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Approach : M3H+LXMERT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9458" y="1191950"/>
            <a:ext cx="3294341" cy="2119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9450" y="3311555"/>
            <a:ext cx="3294350" cy="209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563875" y="4061475"/>
            <a:ext cx="67665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HyCore-M3Net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multimodal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for classifying mental health symptoms in memes. It works by: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Grounded Visuals+OCR: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LXMERT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understand the relationship between the meme's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region features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(from an object detector) and its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OCR text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Contextual Text: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a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MentalBART encoder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understand the meme's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figurative reasoning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(from Qwen-VL), augmented with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retrieved context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(OCR+Reasoning of similar examples found via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a FAISS index built on fused embeddings).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Fusing Representations: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Combining the outputs from LXMERT and MentalBART using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 and an MLP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Classifying: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Feeding the fused representation into a final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head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predict symptom logits (supporting multi-label for depression and single-label for anxiety).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Ensembling: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Typically training multiple instances and averaging predictions for robustness.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845127" y="365760"/>
            <a:ext cx="9445500" cy="82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to End inference example</a:t>
            </a:r>
            <a:endParaRPr/>
          </a:p>
        </p:txBody>
      </p:sp>
      <p:pic>
        <p:nvPicPr>
          <p:cNvPr id="215" name="Google Shape;215;p25" title="Inferenc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4100" y="1400320"/>
            <a:ext cx="6716100" cy="50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 title="inferen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50" y="1400325"/>
            <a:ext cx="5196401" cy="2075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142625" y="3429000"/>
            <a:ext cx="4894200" cy="3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Steps: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Meme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socially anxious penguin meme with contrasting red/blue backgrounds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OCR Extraction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Successfully identifies text "IT'S THE HOLIDAYS. CAN I HELP..." and "WHY JUST GOT NOTIFIED THAT THE COMPANY IS GOING UNDER"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Figurative Reasoning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Analyzes the implicit meaning behind the meme, extracting: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Cause-Effect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holiday season creating unexpected stressors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Figurative Understanding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contrasting emotions between social obligation and anxiety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 State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Feelings of panic, helplessness, and social anxiety triggered by workplace uncertainty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